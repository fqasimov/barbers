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Introduction: the app opening, then name, one-line pitch and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booking happens in DMs; the chat shows the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Solution: every free time in the city on one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for clients: recording, salon, booking,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for salons: sign-up and Pro trial, review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 test: five anonymous testers (replace notes with real ones).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Market: who we serve; what a 5-master salon pays a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model: Sadə 10, Start 29, Pro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 are: built,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and contact (fill in names).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